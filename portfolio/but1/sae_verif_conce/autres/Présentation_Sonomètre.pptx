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b10e016cd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b10e016cd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b11f88427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b11f88427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b10e016cd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b10e016cd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665950" y="17823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SAE : Sonomètre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5963900" y="4688425"/>
            <a:ext cx="33555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 Dugué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 Lominé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 Doumbia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 Bastion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7046" y="1427200"/>
            <a:ext cx="3754155" cy="31173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/>
              <a:t>La CAO du Sonomètre</a:t>
            </a:r>
            <a:endParaRPr sz="3200"/>
          </a:p>
        </p:txBody>
      </p:sp>
      <p:sp>
        <p:nvSpPr>
          <p:cNvPr id="142" name="Google Shape;14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1200" y="1220463"/>
            <a:ext cx="3376545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700" y="152400"/>
            <a:ext cx="502175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>
            <p:ph type="title"/>
          </p:nvPr>
        </p:nvSpPr>
        <p:spPr>
          <a:xfrm>
            <a:off x="151175" y="1657650"/>
            <a:ext cx="3198000" cy="15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/>
              <a:t>L’interface graphique du sonomètre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/>
              <a:t>La recherche des décibels</a:t>
            </a:r>
            <a:endParaRPr sz="3200"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850" y="2374900"/>
            <a:ext cx="4229378" cy="17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350" y="2374900"/>
            <a:ext cx="4222323" cy="17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838" y="1530225"/>
            <a:ext cx="7610325" cy="322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850" y="1530225"/>
            <a:ext cx="7623045" cy="32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